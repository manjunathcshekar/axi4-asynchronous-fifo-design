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0" autoAdjust="0"/>
    <p:restoredTop sz="94660"/>
  </p:normalViewPr>
  <p:slideViewPr>
    <p:cSldViewPr snapToGrid="0">
      <p:cViewPr>
        <p:scale>
          <a:sx n="75" d="100"/>
          <a:sy n="75" d="100"/>
        </p:scale>
        <p:origin x="96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E5FCA-B943-4510-B59A-58916C1CE4B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D910-40C8-4902-885E-9A581BB381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E5FCA-B943-4510-B59A-58916C1CE4B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D910-40C8-4902-885E-9A581BB381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E5FCA-B943-4510-B59A-58916C1CE4B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D910-40C8-4902-885E-9A581BB381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E5FCA-B943-4510-B59A-58916C1CE4B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D910-40C8-4902-885E-9A581BB381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E5FCA-B943-4510-B59A-58916C1CE4B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D910-40C8-4902-885E-9A581BB381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E5FCA-B943-4510-B59A-58916C1CE4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D910-40C8-4902-885E-9A581BB381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E5FCA-B943-4510-B59A-58916C1CE4B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D910-40C8-4902-885E-9A581BB381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E5FCA-B943-4510-B59A-58916C1CE4B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D910-40C8-4902-885E-9A581BB381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E5FCA-B943-4510-B59A-58916C1CE4B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D910-40C8-4902-885E-9A581BB381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E5FCA-B943-4510-B59A-58916C1CE4B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D910-40C8-4902-885E-9A581BB381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E5FCA-B943-4510-B59A-58916C1CE4B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D910-40C8-4902-885E-9A581BB381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E5FCA-B943-4510-B59A-58916C1CE4B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2D910-40C8-4902-885E-9A581BB3810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2845113"/>
            <a:ext cx="10058400" cy="688817"/>
          </a:xfrm>
        </p:spPr>
        <p:txBody>
          <a:bodyPr>
            <a:noAutofit/>
          </a:bodyPr>
          <a:lstStyle/>
          <a:p>
            <a:pPr algn="ctr"/>
            <a:r>
              <a:rPr lang="en-US" altLang="en-IN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AXI4 </a:t>
            </a:r>
            <a:r>
              <a:rPr lang="en-US" alt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FIFO: Design and Verification using UVM</a:t>
            </a:r>
            <a:endParaRPr lang="en-US" altLang="en-IN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25096" y="3552936"/>
            <a:ext cx="2177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No:A16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54050" y="417250"/>
            <a:ext cx="73491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4400" b="1" dirty="0">
              <a:solidFill>
                <a:srgbClr val="003399"/>
              </a:solidFill>
              <a:latin typeface="English111 Vivace BT" panose="03030702030607090B03" pitchFamily="66" charset="2"/>
            </a:endParaRP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&amp; Communication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400" b="1" dirty="0">
              <a:solidFill>
                <a:srgbClr val="003399"/>
              </a:solidFill>
              <a:latin typeface="English111 Vivace BT" panose="03030702030607090B03" pitchFamily="66" charset="2"/>
            </a:endParaRPr>
          </a:p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4085225" y="1810444"/>
            <a:ext cx="47734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(22ECP175)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Feasibility Seminar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32922" y="4105002"/>
            <a:ext cx="5078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Bhavana G H   1BG22EC020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Manjunath C Shekar 1BG22EC051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Suhani S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Basti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1BG22EC124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291" y="398244"/>
            <a:ext cx="7219950" cy="75247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00C3-2D66-4C55-AB86-1F41E1D7076A}" type="datetime1">
              <a:rPr lang="en-US" sz="1200" smtClean="0"/>
            </a:fld>
            <a:endParaRPr lang="en-IN" sz="1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45813" y="6478791"/>
            <a:ext cx="4822804" cy="365125"/>
          </a:xfrm>
        </p:spPr>
        <p:txBody>
          <a:bodyPr/>
          <a:lstStyle/>
          <a:p>
            <a:r>
              <a:rPr lang="en-GB" sz="1200"/>
              <a:t>Dept of ECE, BNMIT</a:t>
            </a:r>
            <a:endParaRPr lang="en-IN" sz="12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z="1400" smtClean="0"/>
            </a:fld>
            <a:endParaRPr lang="en-IN" sz="1400" dirty="0"/>
          </a:p>
        </p:txBody>
      </p:sp>
      <p:pic>
        <p:nvPicPr>
          <p:cNvPr id="16" name="Picture 1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40" y="216825"/>
            <a:ext cx="1480109" cy="143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3"/>
          <p:cNvSpPr txBox="1"/>
          <p:nvPr/>
        </p:nvSpPr>
        <p:spPr>
          <a:xfrm>
            <a:off x="1097280" y="2826107"/>
            <a:ext cx="10058400" cy="6888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IN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74314" y="5338063"/>
            <a:ext cx="3514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Dr.Smitha</a:t>
            </a:r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Gayathri</a:t>
            </a:r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alt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  <a:endParaRPr lang="en-US" alt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BNMIT</a:t>
            </a:r>
            <a:endParaRPr lang="en-US" alt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28318" y="5338063"/>
            <a:ext cx="996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1097280" y="886967"/>
            <a:ext cx="3191256" cy="850393"/>
          </a:xfrm>
        </p:spPr>
        <p:txBody>
          <a:bodyPr>
            <a:normAutofit/>
          </a:bodyPr>
          <a:lstStyle/>
          <a:p>
            <a:pPr algn="just"/>
            <a:r>
              <a:rPr lang="en-GB" sz="4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AMBA Evolution: On-chip communication in </a:t>
            </a:r>
            <a:r>
              <a:rPr lang="en-US" sz="1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SoCs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evolved through APB → AHB → AXI under the AMBA (Advanced Microcontroller Bus Architecture) standard to address growing performance and scalability needs.</a:t>
            </a:r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APB (Advanced Peripheral Bus): Designed for low-power, low-complexity control operations, mainly used for register accesses in peripherals. Its simplicity makes it efficient for configuration but unsuitable for large data transfers.</a:t>
            </a:r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AHB (Advanced High-Performance Bus): Introduced pipelining, burst transfers, and multi-master support, making it suitable for high-bandwidth operations like DMA transfers. However, being a shared bus, it still suffered from contention and latency issues.</a:t>
            </a:r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 (Advanced </a:t>
            </a:r>
            <a:r>
              <a:rPr lang="en-US" sz="1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eXtensible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Interface): Solved shared bus bottlenecks by introducing independent read/write channels, multiple outstanding transactions, and point-to-point interconnects (like a crossbar switch). This allows true parallelism and high throughput in modern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</p:spPr>
        <p:txBody>
          <a:bodyPr/>
          <a:lstStyle/>
          <a:p>
            <a:fld id="{0D12F046-AB9E-4719-9F65-6DA998217BBC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/>
              <a:t>Dept of ECE, BNMIT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5A338792-157D-4275-B9A3-9326D62F514A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13816"/>
            <a:ext cx="7004304" cy="923544"/>
          </a:xfrm>
        </p:spPr>
        <p:txBody>
          <a:bodyPr>
            <a:normAutofit/>
          </a:bodyPr>
          <a:lstStyle/>
          <a:p>
            <a:pPr algn="just"/>
            <a:r>
              <a:rPr lang="en-GB" sz="4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255" y="2051050"/>
            <a:ext cx="10244455" cy="370967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GB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esign 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parameterized </a:t>
            </a:r>
            <a:r>
              <a:rPr lang="en-US" altLang="en-GB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AXI4 Asynchronous 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 that enables reliable data transfer between different clock domains while preserving AXI protocol integrity (</a:t>
            </a:r>
            <a:r>
              <a:rPr lang="en-US" altLang="en-GB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tvalid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tready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tlast</a:t>
            </a:r>
            <a:r>
              <a:rPr lang="en-US" altLang="en-GB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en-GB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AXI4 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logic with the FIFO core to support packetized, high-throughput streaming data, along with flow-control and backpressure </a:t>
            </a:r>
            <a:r>
              <a:rPr lang="en-US" altLang="en-GB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handling.</a:t>
            </a:r>
            <a:endParaRPr lang="en-US" altLang="en-GB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UVM-based verification environment to rigorously test the FIFO under directed and constrained-random scenarios, including varying packet sizes, backpressure, and clock ratios</a:t>
            </a:r>
            <a:r>
              <a:rPr lang="en-US" altLang="en-GB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GB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validate 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design using assertion-based checks and functional coverage, ensuring no data loss, no protocol violations, and robustness across edge cases (full, empty, overflow, underflow</a:t>
            </a:r>
            <a:r>
              <a:rPr lang="en-US" altLang="en-GB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en-GB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as a real-world, industry-relevant application by showing how AXI4-Stream FIFO supports high-performance </a:t>
            </a:r>
            <a:r>
              <a:rPr lang="en-US" altLang="en-GB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interconnects, achieving reliable, scalable, and reusable IP design.</a:t>
            </a:r>
            <a:endParaRPr lang="en-US" alt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291E-46E4-4E11-8737-2F36D1B90747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 of ECE, BNMIT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083" y="868049"/>
            <a:ext cx="10058400" cy="774834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 Channels</a:t>
            </a:r>
            <a:endParaRPr lang="en-US" sz="3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76373" y="1846263"/>
            <a:ext cx="3899580" cy="402272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291E-46E4-4E11-8737-2F36D1B90747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Dept of ECE, BNMIT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865" y="1336040"/>
            <a:ext cx="7258685" cy="259397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838200" y="3999230"/>
            <a:ext cx="10214610" cy="247142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b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Top-Level Verification Setup:</a:t>
            </a:r>
            <a:r>
              <a:rPr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 diagram shows how the testbench environment connects to the DUT, including independent write/read clocks and asynchronous reset generation.</a:t>
            </a:r>
            <a:endParaRPr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b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DUT Representation:</a:t>
            </a:r>
            <a:r>
              <a:rPr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 central axi4_lite_fifo_async block illustrates the core logic under test—AXI4-Lite interface + asynchronous FIFO.</a:t>
            </a:r>
            <a:endParaRPr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b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Connectivity:</a:t>
            </a:r>
            <a:r>
              <a:rPr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All AXI4-Lite channels (AW, W, B, AR, R) are clearly linked between the testbench and DUT, ensuring proper stimulus and response monitoring.</a:t>
            </a:r>
            <a:endParaRPr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" name="Picture 1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57985" y="248920"/>
            <a:ext cx="8181975" cy="2654935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985" y="2903855"/>
            <a:ext cx="8253730" cy="13068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04545" y="4284345"/>
            <a:ext cx="1091438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Top-Level Verification Setup: The diagram shows how the testbench environment connects to the DUT, including independent write/read clocks and asynchronous reset generation.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DUT Representation: The central axi4_lite_fifo_async block illustrates the core logic under test—AXI4-Lite interface + asynchronous FIFO.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Signal Connectivity: All AXI4-Lite channels (AW, W, B, AR, R) are clearly linked between the testbench and DUT, ensuring proper stimulus and response monitoring.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3242</Words>
  <Application>WPS Presentation</Application>
  <PresentationFormat>Widescreen</PresentationFormat>
  <Paragraphs>75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Times New Roman</vt:lpstr>
      <vt:lpstr>English111 Vivace BT</vt:lpstr>
      <vt:lpstr>Calibri</vt:lpstr>
      <vt:lpstr>Microsoft YaHei</vt:lpstr>
      <vt:lpstr>Arial Unicode MS</vt:lpstr>
      <vt:lpstr>Calibri Light</vt:lpstr>
      <vt:lpstr>Times New Roman</vt:lpstr>
      <vt:lpstr>等线 Light</vt:lpstr>
      <vt:lpstr>Symbol</vt:lpstr>
      <vt:lpstr>Office Theme</vt:lpstr>
      <vt:lpstr>AXI4 Asynchronous FIFO: Design and Verification using UVM</vt:lpstr>
      <vt:lpstr>Introduction</vt:lpstr>
      <vt:lpstr>Objectives</vt:lpstr>
      <vt:lpstr>AXI Channels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AXI4 Asynchronous FIFO: Design and Verification using UVM</dc:title>
  <dc:creator>win10</dc:creator>
  <cp:lastModifiedBy>Suhani Basti</cp:lastModifiedBy>
  <cp:revision>5</cp:revision>
  <dcterms:created xsi:type="dcterms:W3CDTF">2025-09-17T16:35:00Z</dcterms:created>
  <dcterms:modified xsi:type="dcterms:W3CDTF">2025-11-29T06:34:10Z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64B5F9656FE24951B3A4C1E53BB40AE6_13</vt:lpwstr>
  </property>
  <property fmtid="{D5CDD505-2E9C-101B-9397-08002B2CF9AE}" pid="3" name="KSOProductBuildVer">
    <vt:lpwstr>1033-12.2.0.23155</vt:lpwstr>
  </property>
</Properties>
</file>